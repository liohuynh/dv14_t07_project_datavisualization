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ET NGUYEN" userId="cda4d71c-d9ff-441c-a4a3-80caab3becb8" providerId="ADAL" clId="{B6A07EBA-9F04-4538-A5A7-5F74F3359393}"/>
    <pc:docChg chg="delSld modSld">
      <pc:chgData name="VIET NGUYEN" userId="cda4d71c-d9ff-441c-a4a3-80caab3becb8" providerId="ADAL" clId="{B6A07EBA-9F04-4538-A5A7-5F74F3359393}" dt="2026-05-26T06:57:56.825" v="44" actId="47"/>
      <pc:docMkLst>
        <pc:docMk/>
      </pc:docMkLst>
      <pc:sldChg chg="modSp mod">
        <pc:chgData name="VIET NGUYEN" userId="cda4d71c-d9ff-441c-a4a3-80caab3becb8" providerId="ADAL" clId="{B6A07EBA-9F04-4538-A5A7-5F74F3359393}" dt="2026-05-26T06:56:02.383" v="43" actId="113"/>
        <pc:sldMkLst>
          <pc:docMk/>
          <pc:sldMk cId="3960403703" sldId="259"/>
        </pc:sldMkLst>
        <pc:spChg chg="mod">
          <ac:chgData name="VIET NGUYEN" userId="cda4d71c-d9ff-441c-a4a3-80caab3becb8" providerId="ADAL" clId="{B6A07EBA-9F04-4538-A5A7-5F74F3359393}" dt="2026-05-26T06:56:02.383" v="43" actId="113"/>
          <ac:spMkLst>
            <pc:docMk/>
            <pc:sldMk cId="3960403703" sldId="259"/>
            <ac:spMk id="3" creationId="{586F48A0-ECA4-1CC1-10DD-DE5ED60CA5EC}"/>
          </ac:spMkLst>
        </pc:spChg>
      </pc:sldChg>
      <pc:sldChg chg="del">
        <pc:chgData name="VIET NGUYEN" userId="cda4d71c-d9ff-441c-a4a3-80caab3becb8" providerId="ADAL" clId="{B6A07EBA-9F04-4538-A5A7-5F74F3359393}" dt="2026-05-26T06:57:56.825" v="44" actId="47"/>
        <pc:sldMkLst>
          <pc:docMk/>
          <pc:sldMk cId="2177850979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772D-F74B-E6F6-E238-B1D2E576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8384C-2A06-87B9-4567-CC32A3659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4DE8A-4B31-D21C-365E-F3E26E5D1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7813C-A3E1-B643-2CB0-7563AADC3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41E48-38A7-37F1-D6F5-B15C64DA4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3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240F-3D07-9106-DCE6-18C38B29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3DEE9-82A3-BD15-194E-A869AAB57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56B95-09C5-BE16-91CD-35EBFF603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46926-32C2-E62D-F6A4-C1828AF0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3801E-8AA1-2F6A-4068-5A75F3FC3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63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D04B-B416-EA43-5229-D0ABA9C0F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DAA1B-237E-4B0B-DAF4-1D8AB8CC9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0F771-5541-EB20-C62F-282E4359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3E07C-EC28-D6B8-0BE6-BA6661E62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7C1C8-9D45-274E-7049-F2D3833C9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36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2F49-CEA7-17F4-CFA1-A02A25F0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8C311-F90C-B8A2-5A52-015E54DC8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01AD0-E010-2138-43A3-151130A20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1562E-BCDD-49AF-4922-13DD5EAF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A7D19-73DC-4B59-87A2-CD07BE43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0AD7F-0C91-29BE-9A5F-CCA3D9B2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7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9693-4EB9-91CC-9102-0D80AC4DD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23C3C-4A0D-8385-B0FC-BD7CE6E0B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193D7-3A8B-1420-F88B-F5E4C5DB2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30CB9-9B29-7C53-4A0A-35FD2D3EC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5ACBD8-96B2-C450-AE0F-398F755D2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5A61B2-08DF-C485-C329-D504A370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3D2D86-49A3-DE6E-DB40-54A5ECE26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6DF919-5FD6-BA43-0C50-9A76BE6C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9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F40D-D38F-EDF4-C8CE-7B528344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AF4959-6038-A1E9-D653-FF189AA5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5FB8C-538B-34C9-FDBF-51745883A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392ED-200C-2917-DCB1-4294BFD7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5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0A0B9F-E910-D489-A5AB-5A0F1AD16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E1D94-3443-789A-6D4C-316220EF4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CA594-0FC5-6636-EAC8-7BE21B3B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4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3E72-552B-47AC-CF2B-5E5473FF8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8A2D0-7BF5-314D-84D5-7DE664F54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046FD-4BB5-F3C3-1F64-BBC677BEB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86086-06D6-78C5-3438-C46410F9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B44CE-D64B-6283-C83D-B428F173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1C6F5-649E-16E8-AB96-EFFBD304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47E77-7B8A-55DD-64FC-8351B3D0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984314-A16E-5948-803D-D57FB25DC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3CC30-F6D1-2004-5388-956E6D941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EF557-0F3D-AAFA-0F25-880068F3A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79B99-EC41-3BB2-A9C3-E044AEF4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A071B-E6FC-0BEE-5A12-F8E5371B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03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A41E-77E1-7D6F-D88C-12C27E81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61D3D-52C9-7A97-8EF9-322C1E8BC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ECDB7-F54F-1DC6-4BA4-E3631E15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2BEA-1CF2-15D6-1D3D-D4356FF94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70224-77A6-6BD7-1BF8-AD9562E1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3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A6D2BE-3B33-8548-977D-4DEE8BA5E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76A6B-E783-EC2A-1B61-0CC02DC05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D74F1-0487-BAFF-3D9A-B6D9D9697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78CD7-DE83-977D-69F7-1F7333B3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D1B91-5F39-C5C9-43E7-B4D5DC33F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8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75AA9-C33E-FCD0-FA45-1632D4E1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0D678-B703-AE58-8893-897D6A63E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E57D3-DC3B-2383-CEBC-87D70BDD2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8DFAC-3F1B-46B1-84F7-2B4353763F0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25A5C-07E0-BD68-3292-33BB083DF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B675-D379-209F-A7AA-ED19B11D6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43C84-31E9-42C4-859E-8155B931C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F416-9FEC-992D-2F52-C91954580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83" y="0"/>
            <a:ext cx="6933112" cy="231612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Project Stands up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EBEC5-698F-0D4D-0306-3038D88FD7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81" r="32443" b="2"/>
          <a:stretch>
            <a:fillRect/>
          </a:stretch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0D1297-3C38-EF28-A7BB-DEA5887FC15E}"/>
              </a:ext>
            </a:extLst>
          </p:cNvPr>
          <p:cNvSpPr txBox="1"/>
          <p:nvPr/>
        </p:nvSpPr>
        <p:spPr>
          <a:xfrm>
            <a:off x="76200" y="2699657"/>
            <a:ext cx="80880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cs typeface="Arial" panose="020B0604020202020204" pitchFamily="34" charset="0"/>
              </a:rPr>
              <a:t>Project:</a:t>
            </a:r>
            <a:r>
              <a:rPr lang="en-US" sz="2400">
                <a:cs typeface="Arial" panose="020B0604020202020204" pitchFamily="34" charset="0"/>
              </a:rPr>
              <a:t> </a:t>
            </a:r>
            <a:r>
              <a:rPr lang="en-US" sz="2400" err="1">
                <a:cs typeface="Arial" panose="020B0604020202020204" pitchFamily="34" charset="0"/>
              </a:rPr>
              <a:t>Hospitalised</a:t>
            </a:r>
            <a:r>
              <a:rPr lang="en-US" sz="2400">
                <a:cs typeface="Arial" panose="020B0604020202020204" pitchFamily="34" charset="0"/>
              </a:rPr>
              <a:t> Injuries from Road Crashes in Australia</a:t>
            </a:r>
            <a:br>
              <a:rPr lang="en-US" sz="2400">
                <a:cs typeface="Arial" panose="020B0604020202020204" pitchFamily="34" charset="0"/>
              </a:rPr>
            </a:br>
            <a:r>
              <a:rPr lang="en-US" sz="2400" b="1">
                <a:cs typeface="Arial" panose="020B0604020202020204" pitchFamily="34" charset="0"/>
              </a:rPr>
              <a:t>Team name:</a:t>
            </a:r>
            <a:r>
              <a:rPr lang="en-US" sz="2400">
                <a:cs typeface="Arial" panose="020B0604020202020204" pitchFamily="34" charset="0"/>
              </a:rPr>
              <a:t> DV14_T07</a:t>
            </a:r>
            <a:br>
              <a:rPr lang="en-US" sz="2400">
                <a:cs typeface="Arial" panose="020B0604020202020204" pitchFamily="34" charset="0"/>
              </a:rPr>
            </a:br>
            <a:r>
              <a:rPr lang="en-US" sz="2400" b="1">
                <a:cs typeface="Arial" panose="020B0604020202020204" pitchFamily="34" charset="0"/>
              </a:rPr>
              <a:t>Members:</a:t>
            </a:r>
            <a:r>
              <a:rPr lang="en-US" sz="2400">
                <a:cs typeface="Arial" panose="020B0604020202020204" pitchFamily="34" charset="0"/>
              </a:rPr>
              <a:t> Viet Nguyen (David) &amp; Khang Huynh (Lio)</a:t>
            </a:r>
            <a:br>
              <a:rPr lang="en-US" sz="2400">
                <a:cs typeface="Arial" panose="020B0604020202020204" pitchFamily="34" charset="0"/>
              </a:rPr>
            </a:br>
            <a:r>
              <a:rPr lang="en-US" sz="2400" b="1">
                <a:cs typeface="Arial" panose="020B0604020202020204" pitchFamily="34" charset="0"/>
              </a:rPr>
              <a:t>Tutor:</a:t>
            </a:r>
            <a:r>
              <a:rPr lang="en-US" sz="2400">
                <a:cs typeface="Arial" panose="020B0604020202020204" pitchFamily="34" charset="0"/>
              </a:rPr>
              <a:t> </a:t>
            </a:r>
            <a:r>
              <a:rPr lang="en-US" sz="2400" err="1">
                <a:cs typeface="Arial" panose="020B0604020202020204" pitchFamily="34" charset="0"/>
              </a:rPr>
              <a:t>Raihaneh</a:t>
            </a:r>
            <a:r>
              <a:rPr lang="en-US" sz="2400">
                <a:cs typeface="Arial" panose="020B0604020202020204" pitchFamily="34" charset="0"/>
              </a:rPr>
              <a:t> </a:t>
            </a:r>
            <a:r>
              <a:rPr lang="en-US" sz="2400" err="1">
                <a:cs typeface="Arial" panose="020B0604020202020204" pitchFamily="34" charset="0"/>
              </a:rPr>
              <a:t>Aghaie</a:t>
            </a:r>
            <a:endParaRPr lang="en-US" sz="24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9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69CC-0529-EDD6-A3FE-0D6D9D50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A6FA1F-5B73-E906-3F08-79A71F020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81" r="32443" b="2"/>
          <a:stretch>
            <a:fillRect/>
          </a:stretch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1D07978-0ED0-E500-DF24-5F6CDF184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927" y="0"/>
            <a:ext cx="9144000" cy="2144485"/>
          </a:xfrm>
        </p:spPr>
        <p:txBody>
          <a:bodyPr>
            <a:normAutofit/>
          </a:bodyPr>
          <a:lstStyle/>
          <a:p>
            <a:r>
              <a:rPr lang="en-US" b="1"/>
              <a:t>Updates – Work Completed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9CCE2-824D-2E88-0700-D10F2D97D399}"/>
              </a:ext>
            </a:extLst>
          </p:cNvPr>
          <p:cNvSpPr txBox="1"/>
          <p:nvPr/>
        </p:nvSpPr>
        <p:spPr>
          <a:xfrm>
            <a:off x="335934" y="2144485"/>
            <a:ext cx="87148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 </a:t>
            </a:r>
            <a:r>
              <a:rPr lang="en-US" b="1" dirty="0"/>
              <a:t>Design Book section 3</a:t>
            </a:r>
            <a:r>
              <a:rPr lang="en-US" dirty="0"/>
              <a:t> – </a:t>
            </a:r>
            <a:r>
              <a:rPr lang="en-US" dirty="0" err="1"/>
              <a:t>Visualisation</a:t>
            </a:r>
            <a:r>
              <a:rPr lang="en-US" dirty="0"/>
              <a:t> Design, Interaction Design, Website Design completed (show Figma wireframe).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Prototype/sketches</a:t>
            </a:r>
            <a:r>
              <a:rPr lang="en-US" dirty="0"/>
              <a:t> – Figma layout </a:t>
            </a:r>
            <a:r>
              <a:rPr lang="en-US" dirty="0" err="1"/>
              <a:t>finalised</a:t>
            </a:r>
            <a:r>
              <a:rPr lang="en-US" dirty="0"/>
              <a:t> (attach screenshot).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Plan for coding</a:t>
            </a:r>
            <a:r>
              <a:rPr lang="en-US" dirty="0"/>
              <a:t> – data loading, chart types, interactions, shared constants documented.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Clean data ready</a:t>
            </a:r>
            <a:r>
              <a:rPr lang="en-US" dirty="0"/>
              <a:t> – mergedData.csv exported from KNIME.</a:t>
            </a:r>
          </a:p>
        </p:txBody>
      </p:sp>
    </p:spTree>
    <p:extLst>
      <p:ext uri="{BB962C8B-B14F-4D97-AF65-F5344CB8AC3E}">
        <p14:creationId xmlns:p14="http://schemas.microsoft.com/office/powerpoint/2010/main" val="1732128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5014-210F-6F2A-379C-69C07FD4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024"/>
            <a:ext cx="9906000" cy="1382156"/>
          </a:xfrm>
        </p:spPr>
        <p:txBody>
          <a:bodyPr/>
          <a:lstStyle/>
          <a:p>
            <a:r>
              <a:rPr lang="en-US" b="1"/>
              <a:t>Blockers &amp; Challenges</a:t>
            </a:r>
            <a:br>
              <a:rPr lang="en-US" b="1"/>
            </a:br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DCCC5E-89F2-9977-4421-95077181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71" y="1032947"/>
            <a:ext cx="10175748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Implementing </a:t>
            </a:r>
            <a:r>
              <a:rPr lang="en-US" b="1" dirty="0"/>
              <a:t>global filter</a:t>
            </a:r>
            <a:r>
              <a:rPr lang="en-US" dirty="0"/>
              <a:t> (update all charts when one filter changes) – we are learning D3 event handling.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Making </a:t>
            </a:r>
            <a:r>
              <a:rPr lang="en-US" b="1" dirty="0"/>
              <a:t>stacked bar chart</a:t>
            </a:r>
            <a:r>
              <a:rPr lang="en-US" dirty="0"/>
              <a:t> responsive and tooltips accurate – need careful data aggregation.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Break‑in‑series</a:t>
            </a:r>
            <a:r>
              <a:rPr lang="en-US" dirty="0"/>
              <a:t> (NSW 2017, Vic 2012) – will add annotations in final version.</a:t>
            </a:r>
          </a:p>
        </p:txBody>
      </p:sp>
    </p:spTree>
    <p:extLst>
      <p:ext uri="{BB962C8B-B14F-4D97-AF65-F5344CB8AC3E}">
        <p14:creationId xmlns:p14="http://schemas.microsoft.com/office/powerpoint/2010/main" val="352437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B5CF-60A4-D644-0AB9-0ED9630B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06000" cy="1382156"/>
          </a:xfrm>
        </p:spPr>
        <p:txBody>
          <a:bodyPr/>
          <a:lstStyle/>
          <a:p>
            <a:r>
              <a:rPr lang="en-US" b="1"/>
              <a:t>Next Steps</a:t>
            </a:r>
            <a:br>
              <a:rPr lang="en-US" b="1"/>
            </a:b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F48A0-ECA4-1CC1-10DD-DE5ED60CA5EC}"/>
              </a:ext>
            </a:extLst>
          </p:cNvPr>
          <p:cNvSpPr txBox="1"/>
          <p:nvPr/>
        </p:nvSpPr>
        <p:spPr>
          <a:xfrm>
            <a:off x="828185" y="923979"/>
            <a:ext cx="1006928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Week 12:</a:t>
            </a:r>
            <a:r>
              <a:rPr lang="en-US" sz="2400" dirty="0"/>
              <a:t> Code multi line chart + stacked bar chart with D3.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Week 12:</a:t>
            </a:r>
            <a:r>
              <a:rPr lang="en-US" sz="2400" dirty="0"/>
              <a:t> Implement global filter and stacked bar chart.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Week 13:</a:t>
            </a:r>
            <a:r>
              <a:rPr lang="en-US" sz="2400" dirty="0"/>
              <a:t> Usability testing, </a:t>
            </a:r>
            <a:r>
              <a:rPr lang="en-US" sz="2400" dirty="0" err="1"/>
              <a:t>finalise</a:t>
            </a:r>
            <a:r>
              <a:rPr lang="en-US" sz="2400" dirty="0"/>
              <a:t> Design Book (Section 4), deploy to Mercury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403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1F74-FDA3-9C4B-B720-B462E9CE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 for your Listening </a:t>
            </a:r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97B18EDB-ADB5-5E3A-1C87-8E84434993BF}"/>
              </a:ext>
            </a:extLst>
          </p:cNvPr>
          <p:cNvSpPr/>
          <p:nvPr/>
        </p:nvSpPr>
        <p:spPr>
          <a:xfrm>
            <a:off x="4754445" y="3429000"/>
            <a:ext cx="1164771" cy="957943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33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208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Project Stands up 2</vt:lpstr>
      <vt:lpstr>Updates – Work Completed</vt:lpstr>
      <vt:lpstr>Blockers &amp; Challenges </vt:lpstr>
      <vt:lpstr>Next Steps </vt:lpstr>
      <vt:lpstr>Thanks for your Listening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VIET NGUYEN</dc:creator>
  <cp:lastModifiedBy>VIET NGUYEN</cp:lastModifiedBy>
  <cp:revision>1</cp:revision>
  <dcterms:created xsi:type="dcterms:W3CDTF">2026-05-25T11:20:23Z</dcterms:created>
  <dcterms:modified xsi:type="dcterms:W3CDTF">2026-05-26T06:58:07Z</dcterms:modified>
</cp:coreProperties>
</file>