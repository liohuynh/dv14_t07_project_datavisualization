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NG HUYNH" userId="347543c0-edcb-4551-9dae-56ac1e040b3a" providerId="ADAL" clId="{05FD0FEC-E284-4E23-AD78-8995699B9C90}"/>
    <pc:docChg chg="undo custSel modSld">
      <pc:chgData name="KHANG HUYNH" userId="347543c0-edcb-4551-9dae-56ac1e040b3a" providerId="ADAL" clId="{05FD0FEC-E284-4E23-AD78-8995699B9C90}" dt="2026-05-17T14:07:11.919" v="84" actId="1076"/>
      <pc:docMkLst>
        <pc:docMk/>
      </pc:docMkLst>
      <pc:sldChg chg="modSp mod">
        <pc:chgData name="KHANG HUYNH" userId="347543c0-edcb-4551-9dae-56ac1e040b3a" providerId="ADAL" clId="{05FD0FEC-E284-4E23-AD78-8995699B9C90}" dt="2026-05-17T14:06:02.399" v="76" actId="2711"/>
        <pc:sldMkLst>
          <pc:docMk/>
          <pc:sldMk cId="1807298033" sldId="256"/>
        </pc:sldMkLst>
        <pc:spChg chg="mod">
          <ac:chgData name="KHANG HUYNH" userId="347543c0-edcb-4551-9dae-56ac1e040b3a" providerId="ADAL" clId="{05FD0FEC-E284-4E23-AD78-8995699B9C90}" dt="2026-05-17T14:06:02.399" v="76" actId="2711"/>
          <ac:spMkLst>
            <pc:docMk/>
            <pc:sldMk cId="1807298033" sldId="256"/>
            <ac:spMk id="5" creationId="{0E0D1297-3C38-EF28-A7BB-DEA5887FC15E}"/>
          </ac:spMkLst>
        </pc:spChg>
      </pc:sldChg>
      <pc:sldChg chg="modSp mod">
        <pc:chgData name="KHANG HUYNH" userId="347543c0-edcb-4551-9dae-56ac1e040b3a" providerId="ADAL" clId="{05FD0FEC-E284-4E23-AD78-8995699B9C90}" dt="2026-05-17T14:01:40.488" v="53" actId="12"/>
        <pc:sldMkLst>
          <pc:docMk/>
          <pc:sldMk cId="1732128541" sldId="257"/>
        </pc:sldMkLst>
        <pc:spChg chg="mod">
          <ac:chgData name="KHANG HUYNH" userId="347543c0-edcb-4551-9dae-56ac1e040b3a" providerId="ADAL" clId="{05FD0FEC-E284-4E23-AD78-8995699B9C90}" dt="2026-05-17T14:01:40.488" v="53" actId="12"/>
          <ac:spMkLst>
            <pc:docMk/>
            <pc:sldMk cId="1732128541" sldId="257"/>
            <ac:spMk id="7" creationId="{7829CCE2-824D-2E88-0700-D10F2D97D399}"/>
          </ac:spMkLst>
        </pc:spChg>
      </pc:sldChg>
      <pc:sldChg chg="addSp delSp modSp mod">
        <pc:chgData name="KHANG HUYNH" userId="347543c0-edcb-4551-9dae-56ac1e040b3a" providerId="ADAL" clId="{05FD0FEC-E284-4E23-AD78-8995699B9C90}" dt="2026-05-17T14:05:33.293" v="73" actId="1076"/>
        <pc:sldMkLst>
          <pc:docMk/>
          <pc:sldMk cId="3524378883" sldId="258"/>
        </pc:sldMkLst>
        <pc:spChg chg="mod">
          <ac:chgData name="KHANG HUYNH" userId="347543c0-edcb-4551-9dae-56ac1e040b3a" providerId="ADAL" clId="{05FD0FEC-E284-4E23-AD78-8995699B9C90}" dt="2026-05-17T14:04:53.798" v="71" actId="1076"/>
          <ac:spMkLst>
            <pc:docMk/>
            <pc:sldMk cId="3524378883" sldId="258"/>
            <ac:spMk id="2" creationId="{306C5014-210F-6F2A-379C-69C07FD4D4E9}"/>
          </ac:spMkLst>
        </pc:spChg>
        <pc:spChg chg="add mod">
          <ac:chgData name="KHANG HUYNH" userId="347543c0-edcb-4551-9dae-56ac1e040b3a" providerId="ADAL" clId="{05FD0FEC-E284-4E23-AD78-8995699B9C90}" dt="2026-05-17T14:05:33.293" v="73" actId="1076"/>
          <ac:spMkLst>
            <pc:docMk/>
            <pc:sldMk cId="3524378883" sldId="258"/>
            <ac:spMk id="6" creationId="{F5DCCC5E-89F2-9977-4421-95077181F335}"/>
          </ac:spMkLst>
        </pc:spChg>
      </pc:sldChg>
      <pc:sldChg chg="modSp mod">
        <pc:chgData name="KHANG HUYNH" userId="347543c0-edcb-4551-9dae-56ac1e040b3a" providerId="ADAL" clId="{05FD0FEC-E284-4E23-AD78-8995699B9C90}" dt="2026-05-17T14:06:48.542" v="81" actId="1076"/>
        <pc:sldMkLst>
          <pc:docMk/>
          <pc:sldMk cId="3960403703" sldId="259"/>
        </pc:sldMkLst>
        <pc:spChg chg="mod">
          <ac:chgData name="KHANG HUYNH" userId="347543c0-edcb-4551-9dae-56ac1e040b3a" providerId="ADAL" clId="{05FD0FEC-E284-4E23-AD78-8995699B9C90}" dt="2026-05-17T14:06:48.542" v="81" actId="1076"/>
          <ac:spMkLst>
            <pc:docMk/>
            <pc:sldMk cId="3960403703" sldId="259"/>
            <ac:spMk id="3" creationId="{586F48A0-ECA4-1CC1-10DD-DE5ED60CA5EC}"/>
          </ac:spMkLst>
        </pc:spChg>
      </pc:sldChg>
      <pc:sldChg chg="modSp mod">
        <pc:chgData name="KHANG HUYNH" userId="347543c0-edcb-4551-9dae-56ac1e040b3a" providerId="ADAL" clId="{05FD0FEC-E284-4E23-AD78-8995699B9C90}" dt="2026-05-17T14:07:11.919" v="84" actId="1076"/>
        <pc:sldMkLst>
          <pc:docMk/>
          <pc:sldMk cId="1031433233" sldId="260"/>
        </pc:sldMkLst>
        <pc:spChg chg="mod">
          <ac:chgData name="KHANG HUYNH" userId="347543c0-edcb-4551-9dae-56ac1e040b3a" providerId="ADAL" clId="{05FD0FEC-E284-4E23-AD78-8995699B9C90}" dt="2026-05-17T14:07:11.919" v="84" actId="1076"/>
          <ac:spMkLst>
            <pc:docMk/>
            <pc:sldMk cId="1031433233" sldId="260"/>
            <ac:spMk id="4" creationId="{97B18EDB-ADB5-5E3A-1C87-8E84434993BF}"/>
          </ac:spMkLst>
        </pc:spChg>
      </pc:sldChg>
      <pc:sldChg chg="modSp mod">
        <pc:chgData name="KHANG HUYNH" userId="347543c0-edcb-4551-9dae-56ac1e040b3a" providerId="ADAL" clId="{05FD0FEC-E284-4E23-AD78-8995699B9C90}" dt="2026-05-17T14:06:28.936" v="80" actId="1076"/>
        <pc:sldMkLst>
          <pc:docMk/>
          <pc:sldMk cId="2177850979" sldId="261"/>
        </pc:sldMkLst>
        <pc:spChg chg="mod">
          <ac:chgData name="KHANG HUYNH" userId="347543c0-edcb-4551-9dae-56ac1e040b3a" providerId="ADAL" clId="{05FD0FEC-E284-4E23-AD78-8995699B9C90}" dt="2026-05-17T14:06:23.919" v="79" actId="1076"/>
          <ac:spMkLst>
            <pc:docMk/>
            <pc:sldMk cId="2177850979" sldId="261"/>
            <ac:spMk id="4" creationId="{BE98EDDE-5AFD-C55A-8EF0-A8562BC54DAC}"/>
          </ac:spMkLst>
        </pc:spChg>
        <pc:spChg chg="mod">
          <ac:chgData name="KHANG HUYNH" userId="347543c0-edcb-4551-9dae-56ac1e040b3a" providerId="ADAL" clId="{05FD0FEC-E284-4E23-AD78-8995699B9C90}" dt="2026-05-17T14:02:05.027" v="55" actId="1076"/>
          <ac:spMkLst>
            <pc:docMk/>
            <pc:sldMk cId="2177850979" sldId="261"/>
            <ac:spMk id="5" creationId="{89D9FF58-3E5B-06E6-0EBA-0E9527680511}"/>
          </ac:spMkLst>
        </pc:spChg>
        <pc:spChg chg="mod">
          <ac:chgData name="KHANG HUYNH" userId="347543c0-edcb-4551-9dae-56ac1e040b3a" providerId="ADAL" clId="{05FD0FEC-E284-4E23-AD78-8995699B9C90}" dt="2026-05-17T14:06:28.936" v="80" actId="1076"/>
          <ac:spMkLst>
            <pc:docMk/>
            <pc:sldMk cId="2177850979" sldId="261"/>
            <ac:spMk id="6" creationId="{11F11B82-E5E5-3F0A-AE74-49A393E4498B}"/>
          </ac:spMkLst>
        </pc:spChg>
      </pc:sldChg>
    </pc:docChg>
  </pc:docChgLst>
  <pc:docChgLst>
    <pc:chgData name="VIET NGUYEN" userId="cda4d71c-d9ff-441c-a4a3-80caab3becb8" providerId="ADAL" clId="{B6A07EBA-9F04-4538-A5A7-5F74F3359393}"/>
    <pc:docChg chg="undo custSel addSld delSld modSld sldOrd">
      <pc:chgData name="VIET NGUYEN" userId="cda4d71c-d9ff-441c-a4a3-80caab3becb8" providerId="ADAL" clId="{B6A07EBA-9F04-4538-A5A7-5F74F3359393}" dt="2026-05-25T11:20:37.670" v="139"/>
      <pc:docMkLst>
        <pc:docMk/>
      </pc:docMkLst>
      <pc:sldChg chg="ord">
        <pc:chgData name="VIET NGUYEN" userId="cda4d71c-d9ff-441c-a4a3-80caab3becb8" providerId="ADAL" clId="{B6A07EBA-9F04-4538-A5A7-5F74F3359393}" dt="2026-05-25T11:20:37.670" v="139"/>
        <pc:sldMkLst>
          <pc:docMk/>
          <pc:sldMk cId="1732128541" sldId="257"/>
        </pc:sldMkLst>
      </pc:sldChg>
      <pc:sldChg chg="addSp modSp mod">
        <pc:chgData name="VIET NGUYEN" userId="cda4d71c-d9ff-441c-a4a3-80caab3becb8" providerId="ADAL" clId="{B6A07EBA-9F04-4538-A5A7-5F74F3359393}" dt="2026-05-17T14:06:40.371" v="135" actId="2711"/>
        <pc:sldMkLst>
          <pc:docMk/>
          <pc:sldMk cId="3960403703" sldId="259"/>
        </pc:sldMkLst>
        <pc:spChg chg="add mod">
          <ac:chgData name="VIET NGUYEN" userId="cda4d71c-d9ff-441c-a4a3-80caab3becb8" providerId="ADAL" clId="{B6A07EBA-9F04-4538-A5A7-5F74F3359393}" dt="2026-05-17T14:06:40.371" v="135" actId="2711"/>
          <ac:spMkLst>
            <pc:docMk/>
            <pc:sldMk cId="3960403703" sldId="259"/>
            <ac:spMk id="3" creationId="{586F48A0-ECA4-1CC1-10DD-DE5ED60CA5EC}"/>
          </ac:spMkLst>
        </pc:spChg>
      </pc:sldChg>
      <pc:sldChg chg="addSp delSp modSp new mod">
        <pc:chgData name="VIET NGUYEN" userId="cda4d71c-d9ff-441c-a4a3-80caab3becb8" providerId="ADAL" clId="{B6A07EBA-9F04-4538-A5A7-5F74F3359393}" dt="2026-05-17T14:07:09.439" v="137" actId="1076"/>
        <pc:sldMkLst>
          <pc:docMk/>
          <pc:sldMk cId="1031433233" sldId="260"/>
        </pc:sldMkLst>
        <pc:spChg chg="mod">
          <ac:chgData name="VIET NGUYEN" userId="cda4d71c-d9ff-441c-a4a3-80caab3becb8" providerId="ADAL" clId="{B6A07EBA-9F04-4538-A5A7-5F74F3359393}" dt="2026-05-17T13:56:37.734" v="134" actId="20577"/>
          <ac:spMkLst>
            <pc:docMk/>
            <pc:sldMk cId="1031433233" sldId="260"/>
            <ac:spMk id="2" creationId="{ED331F74-FDA3-9C4B-B720-B462E9CEBEBD}"/>
          </ac:spMkLst>
        </pc:spChg>
        <pc:spChg chg="add mod">
          <ac:chgData name="VIET NGUYEN" userId="cda4d71c-d9ff-441c-a4a3-80caab3becb8" providerId="ADAL" clId="{B6A07EBA-9F04-4538-A5A7-5F74F3359393}" dt="2026-05-17T14:07:09.439" v="137" actId="1076"/>
          <ac:spMkLst>
            <pc:docMk/>
            <pc:sldMk cId="1031433233" sldId="260"/>
            <ac:spMk id="4" creationId="{97B18EDB-ADB5-5E3A-1C87-8E84434993BF}"/>
          </ac:spMkLst>
        </pc:spChg>
      </pc:sldChg>
      <pc:sldChg chg="addSp delSp modSp new mod">
        <pc:chgData name="VIET NGUYEN" userId="cda4d71c-d9ff-441c-a4a3-80caab3becb8" providerId="ADAL" clId="{B6A07EBA-9F04-4538-A5A7-5F74F3359393}" dt="2026-05-17T13:55:12.922" v="99" actId="113"/>
        <pc:sldMkLst>
          <pc:docMk/>
          <pc:sldMk cId="2177850979" sldId="261"/>
        </pc:sldMkLst>
        <pc:spChg chg="mod">
          <ac:chgData name="VIET NGUYEN" userId="cda4d71c-d9ff-441c-a4a3-80caab3becb8" providerId="ADAL" clId="{B6A07EBA-9F04-4538-A5A7-5F74F3359393}" dt="2026-05-17T13:52:11.037" v="52" actId="1076"/>
          <ac:spMkLst>
            <pc:docMk/>
            <pc:sldMk cId="2177850979" sldId="261"/>
            <ac:spMk id="2" creationId="{CF90433A-9253-524C-C49E-29FEB526FE97}"/>
          </ac:spMkLst>
        </pc:spChg>
        <pc:spChg chg="add mod">
          <ac:chgData name="VIET NGUYEN" userId="cda4d71c-d9ff-441c-a4a3-80caab3becb8" providerId="ADAL" clId="{B6A07EBA-9F04-4538-A5A7-5F74F3359393}" dt="2026-05-17T13:52:42.686" v="66" actId="403"/>
          <ac:spMkLst>
            <pc:docMk/>
            <pc:sldMk cId="2177850979" sldId="261"/>
            <ac:spMk id="4" creationId="{BE98EDDE-5AFD-C55A-8EF0-A8562BC54DAC}"/>
          </ac:spMkLst>
        </pc:spChg>
        <pc:spChg chg="add mod">
          <ac:chgData name="VIET NGUYEN" userId="cda4d71c-d9ff-441c-a4a3-80caab3becb8" providerId="ADAL" clId="{B6A07EBA-9F04-4538-A5A7-5F74F3359393}" dt="2026-05-17T13:54:36.400" v="76" actId="1076"/>
          <ac:spMkLst>
            <pc:docMk/>
            <pc:sldMk cId="2177850979" sldId="261"/>
            <ac:spMk id="5" creationId="{89D9FF58-3E5B-06E6-0EBA-0E9527680511}"/>
          </ac:spMkLst>
        </pc:spChg>
        <pc:spChg chg="add mod">
          <ac:chgData name="VIET NGUYEN" userId="cda4d71c-d9ff-441c-a4a3-80caab3becb8" providerId="ADAL" clId="{B6A07EBA-9F04-4538-A5A7-5F74F3359393}" dt="2026-05-17T13:55:12.922" v="99" actId="113"/>
          <ac:spMkLst>
            <pc:docMk/>
            <pc:sldMk cId="2177850979" sldId="261"/>
            <ac:spMk id="6" creationId="{11F11B82-E5E5-3F0A-AE74-49A393E4498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73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31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63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36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51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36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70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3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25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06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8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37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40" r:id="rId4"/>
    <p:sldLayoutId id="2147483741" r:id="rId5"/>
    <p:sldLayoutId id="2147483746" r:id="rId6"/>
    <p:sldLayoutId id="2147483742" r:id="rId7"/>
    <p:sldLayoutId id="2147483743" r:id="rId8"/>
    <p:sldLayoutId id="2147483744" r:id="rId9"/>
    <p:sldLayoutId id="2147483745" r:id="rId10"/>
    <p:sldLayoutId id="21474837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2950D9A-4705-4314-961A-4F88B2CE4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1F416-9FEC-992D-2F52-C91954580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083" y="0"/>
            <a:ext cx="6933112" cy="2316127"/>
          </a:xfrm>
        </p:spPr>
        <p:txBody>
          <a:bodyPr>
            <a:normAutofit/>
          </a:bodyPr>
          <a:lstStyle/>
          <a:p>
            <a:pPr algn="l"/>
            <a:r>
              <a:rPr lang="en-US"/>
              <a:t>Project Stands up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4EBEC5-698F-0D4D-0306-3038D88FD7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81" r="32443" b="2"/>
          <a:stretch>
            <a:fillRect/>
          </a:stretch>
        </p:blipFill>
        <p:spPr>
          <a:xfrm>
            <a:off x="8658226" y="-4762"/>
            <a:ext cx="3541857" cy="6886079"/>
          </a:xfrm>
          <a:custGeom>
            <a:avLst/>
            <a:gdLst/>
            <a:ahLst/>
            <a:cxnLst/>
            <a:rect l="l" t="t" r="r" b="b"/>
            <a:pathLst>
              <a:path w="3541857" h="6886079">
                <a:moveTo>
                  <a:pt x="1248072" y="0"/>
                </a:moveTo>
                <a:lnTo>
                  <a:pt x="3541857" y="0"/>
                </a:lnTo>
                <a:lnTo>
                  <a:pt x="3541857" y="6886079"/>
                </a:lnTo>
                <a:lnTo>
                  <a:pt x="0" y="6864521"/>
                </a:lnTo>
                <a:close/>
              </a:path>
            </a:pathLst>
          </a:cu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AC671C-E66F-43C5-A66A-C477339D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878186" y="1"/>
            <a:ext cx="345294" cy="688131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E10AC2-20ED-4628-9A8E-14F8437B5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794205" y="-4764"/>
            <a:ext cx="5397796" cy="104143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E0D1297-3C38-EF28-A7BB-DEA5887FC15E}"/>
              </a:ext>
            </a:extLst>
          </p:cNvPr>
          <p:cNvSpPr txBox="1"/>
          <p:nvPr/>
        </p:nvSpPr>
        <p:spPr>
          <a:xfrm>
            <a:off x="76200" y="2699657"/>
            <a:ext cx="80880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cs typeface="Arial" panose="020B0604020202020204" pitchFamily="34" charset="0"/>
              </a:rPr>
              <a:t>Project:</a:t>
            </a:r>
            <a:r>
              <a:rPr lang="en-US" sz="2400">
                <a:cs typeface="Arial" panose="020B0604020202020204" pitchFamily="34" charset="0"/>
              </a:rPr>
              <a:t> </a:t>
            </a:r>
            <a:r>
              <a:rPr lang="en-US" sz="2400" err="1">
                <a:cs typeface="Arial" panose="020B0604020202020204" pitchFamily="34" charset="0"/>
              </a:rPr>
              <a:t>Hospitalised</a:t>
            </a:r>
            <a:r>
              <a:rPr lang="en-US" sz="2400">
                <a:cs typeface="Arial" panose="020B0604020202020204" pitchFamily="34" charset="0"/>
              </a:rPr>
              <a:t> Injuries from Road Crashes in Australia</a:t>
            </a:r>
            <a:br>
              <a:rPr lang="en-US" sz="2400">
                <a:cs typeface="Arial" panose="020B0604020202020204" pitchFamily="34" charset="0"/>
              </a:rPr>
            </a:br>
            <a:r>
              <a:rPr lang="en-US" sz="2400" b="1">
                <a:cs typeface="Arial" panose="020B0604020202020204" pitchFamily="34" charset="0"/>
              </a:rPr>
              <a:t>Team name:</a:t>
            </a:r>
            <a:r>
              <a:rPr lang="en-US" sz="2400">
                <a:cs typeface="Arial" panose="020B0604020202020204" pitchFamily="34" charset="0"/>
              </a:rPr>
              <a:t> DV14_T07</a:t>
            </a:r>
            <a:br>
              <a:rPr lang="en-US" sz="2400">
                <a:cs typeface="Arial" panose="020B0604020202020204" pitchFamily="34" charset="0"/>
              </a:rPr>
            </a:br>
            <a:r>
              <a:rPr lang="en-US" sz="2400" b="1">
                <a:cs typeface="Arial" panose="020B0604020202020204" pitchFamily="34" charset="0"/>
              </a:rPr>
              <a:t>Members:</a:t>
            </a:r>
            <a:r>
              <a:rPr lang="en-US" sz="2400">
                <a:cs typeface="Arial" panose="020B0604020202020204" pitchFamily="34" charset="0"/>
              </a:rPr>
              <a:t> Viet Nguyen (David) &amp; Khang Huynh (Lio)</a:t>
            </a:r>
            <a:br>
              <a:rPr lang="en-US" sz="2400">
                <a:cs typeface="Arial" panose="020B0604020202020204" pitchFamily="34" charset="0"/>
              </a:rPr>
            </a:br>
            <a:r>
              <a:rPr lang="en-US" sz="2400" b="1">
                <a:cs typeface="Arial" panose="020B0604020202020204" pitchFamily="34" charset="0"/>
              </a:rPr>
              <a:t>Tutor:</a:t>
            </a:r>
            <a:r>
              <a:rPr lang="en-US" sz="2400">
                <a:cs typeface="Arial" panose="020B0604020202020204" pitchFamily="34" charset="0"/>
              </a:rPr>
              <a:t> </a:t>
            </a:r>
            <a:r>
              <a:rPr lang="en-US" sz="2400" err="1">
                <a:cs typeface="Arial" panose="020B0604020202020204" pitchFamily="34" charset="0"/>
              </a:rPr>
              <a:t>Raihaneh</a:t>
            </a:r>
            <a:r>
              <a:rPr lang="en-US" sz="2400">
                <a:cs typeface="Arial" panose="020B0604020202020204" pitchFamily="34" charset="0"/>
              </a:rPr>
              <a:t> </a:t>
            </a:r>
            <a:r>
              <a:rPr lang="en-US" sz="2400" err="1">
                <a:cs typeface="Arial" panose="020B0604020202020204" pitchFamily="34" charset="0"/>
              </a:rPr>
              <a:t>Aghaie</a:t>
            </a:r>
            <a:endParaRPr lang="en-US" sz="24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29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069CC-0529-EDD6-A3FE-0D6D9D506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71E836-3A26-EC5C-D9D3-4F43C40EA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A6FA1F-5B73-E906-3F08-79A71F0209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81" r="32443" b="2"/>
          <a:stretch>
            <a:fillRect/>
          </a:stretch>
        </p:blipFill>
        <p:spPr>
          <a:xfrm>
            <a:off x="8658226" y="-4762"/>
            <a:ext cx="3541857" cy="6886079"/>
          </a:xfrm>
          <a:custGeom>
            <a:avLst/>
            <a:gdLst/>
            <a:ahLst/>
            <a:cxnLst/>
            <a:rect l="l" t="t" r="r" b="b"/>
            <a:pathLst>
              <a:path w="3541857" h="6886079">
                <a:moveTo>
                  <a:pt x="1248072" y="0"/>
                </a:moveTo>
                <a:lnTo>
                  <a:pt x="3541857" y="0"/>
                </a:lnTo>
                <a:lnTo>
                  <a:pt x="3541857" y="6886079"/>
                </a:lnTo>
                <a:lnTo>
                  <a:pt x="0" y="6864521"/>
                </a:lnTo>
                <a:close/>
              </a:path>
            </a:pathLst>
          </a:cu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90226C-BA0F-DCE0-3730-49E7DA5FB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878186" y="1"/>
            <a:ext cx="345294" cy="688131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138CBD8-6E81-CCBE-27E3-F7DF679F5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794205" y="-4764"/>
            <a:ext cx="5397796" cy="104143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B1D07978-0ED0-E500-DF24-5F6CDF184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927" y="0"/>
            <a:ext cx="9144000" cy="2144485"/>
          </a:xfrm>
        </p:spPr>
        <p:txBody>
          <a:bodyPr>
            <a:normAutofit/>
          </a:bodyPr>
          <a:lstStyle/>
          <a:p>
            <a:r>
              <a:rPr lang="en-US" b="1"/>
              <a:t>Updates – Work Completed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9CCE2-824D-2E88-0700-D10F2D97D399}"/>
              </a:ext>
            </a:extLst>
          </p:cNvPr>
          <p:cNvSpPr txBox="1"/>
          <p:nvPr/>
        </p:nvSpPr>
        <p:spPr>
          <a:xfrm>
            <a:off x="335934" y="2144485"/>
            <a:ext cx="871489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Data &amp; processing (KNIME)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Imported and reviewed the National and State/Territory datasets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Selected the relevant raw data tables for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Removed empty rows, title rows, and unnecessary columns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err="1"/>
              <a:t>Standardised</a:t>
            </a:r>
            <a:r>
              <a:rPr lang="en-US" sz="2000"/>
              <a:t> column names and data types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Filtered records where </a:t>
            </a:r>
            <a:r>
              <a:rPr lang="en-US" sz="2000" b="1"/>
              <a:t>Cause of injury = Traffic</a:t>
            </a:r>
            <a:r>
              <a:rPr lang="en-US" sz="200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Converted National monthly data into </a:t>
            </a:r>
            <a:r>
              <a:rPr lang="en-US" sz="2000" b="1"/>
              <a:t>6-monthly</a:t>
            </a:r>
            <a:r>
              <a:rPr lang="en-US" sz="2000"/>
              <a:t> categories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Used </a:t>
            </a:r>
            <a:r>
              <a:rPr lang="en-US" sz="2000" b="1" err="1"/>
              <a:t>GroupBy</a:t>
            </a:r>
            <a:r>
              <a:rPr lang="en-US" sz="2000"/>
              <a:t> to aggregate and </a:t>
            </a:r>
            <a:r>
              <a:rPr lang="en-US" sz="2000" err="1"/>
              <a:t>summarise</a:t>
            </a:r>
            <a:r>
              <a:rPr lang="en-US" sz="2000"/>
              <a:t> cleaned records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Handled missing/suppressed values such as </a:t>
            </a:r>
            <a:r>
              <a:rPr lang="en-US" sz="2000" b="1" err="1"/>
              <a:t>n.p.</a:t>
            </a:r>
            <a:r>
              <a:rPr lang="en-US" sz="2000"/>
              <a:t> carefully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Combined cleaned tables using </a:t>
            </a:r>
            <a:r>
              <a:rPr lang="en-US" sz="2000" b="1"/>
              <a:t>Concatenate</a:t>
            </a:r>
            <a:r>
              <a:rPr lang="en-US" sz="200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Exported the final cleaned dataset for charts and reporting </a:t>
            </a:r>
          </a:p>
        </p:txBody>
      </p:sp>
    </p:spTree>
    <p:extLst>
      <p:ext uri="{BB962C8B-B14F-4D97-AF65-F5344CB8AC3E}">
        <p14:creationId xmlns:p14="http://schemas.microsoft.com/office/powerpoint/2010/main" val="1732128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433A-9253-524C-C49E-29FEB526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06000" cy="1382156"/>
          </a:xfrm>
        </p:spPr>
        <p:txBody>
          <a:bodyPr/>
          <a:lstStyle/>
          <a:p>
            <a:r>
              <a:rPr lang="en-US" b="1" i="0"/>
              <a:t>Design Book Draft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8EDDE-5AFD-C55A-8EF0-A8562BC54DAC}"/>
              </a:ext>
            </a:extLst>
          </p:cNvPr>
          <p:cNvSpPr txBox="1"/>
          <p:nvPr/>
        </p:nvSpPr>
        <p:spPr>
          <a:xfrm>
            <a:off x="714756" y="1299476"/>
            <a:ext cx="9372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cs typeface="Arial" panose="020B0604020202020204" pitchFamily="34" charset="0"/>
              </a:rPr>
              <a:t>Introduction (audience = policymakers, questions, benefits)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cs typeface="Arial" panose="020B0604020202020204" pitchFamily="34" charset="0"/>
              </a:rPr>
              <a:t>Data source &amp; governance (links, </a:t>
            </a:r>
            <a:r>
              <a:rPr lang="en-US" sz="2400" err="1">
                <a:cs typeface="Arial" panose="020B0604020202020204" pitchFamily="34" charset="0"/>
              </a:rPr>
              <a:t>n.p.</a:t>
            </a:r>
            <a:r>
              <a:rPr lang="en-US" sz="2400">
                <a:cs typeface="Arial" panose="020B0604020202020204" pitchFamily="34" charset="0"/>
              </a:rPr>
              <a:t>, break in series)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cs typeface="Arial" panose="020B0604020202020204" pitchFamily="34" charset="0"/>
              </a:rPr>
              <a:t>Data processing &amp; exploration (KNIME steps + stats)</a:t>
            </a:r>
          </a:p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D9FF58-3E5B-06E6-0EBA-0E9527680511}"/>
              </a:ext>
            </a:extLst>
          </p:cNvPr>
          <p:cNvSpPr txBox="1">
            <a:spLocks/>
          </p:cNvSpPr>
          <p:nvPr/>
        </p:nvSpPr>
        <p:spPr>
          <a:xfrm>
            <a:off x="0" y="2927022"/>
            <a:ext cx="9906000" cy="1477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0"/>
              <a:t>Team &amp; GitHub</a:t>
            </a:r>
            <a:endParaRPr lang="en-US" i="0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F11B82-E5E5-3F0A-AE74-49A393E4498B}"/>
              </a:ext>
            </a:extLst>
          </p:cNvPr>
          <p:cNvSpPr txBox="1"/>
          <p:nvPr/>
        </p:nvSpPr>
        <p:spPr>
          <a:xfrm>
            <a:off x="714756" y="3767672"/>
            <a:ext cx="89371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cs typeface="Arial" panose="020B0604020202020204" pitchFamily="34" charset="0"/>
              </a:rPr>
              <a:t>Created COS30045 GitHub Classroom repo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cs typeface="Arial" panose="020B0604020202020204" pitchFamily="34" charset="0"/>
              </a:rPr>
              <a:t>Communication channel: [Teams / Messenger]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50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C5014-210F-6F2A-379C-69C07FD4D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024"/>
            <a:ext cx="9906000" cy="1382156"/>
          </a:xfrm>
        </p:spPr>
        <p:txBody>
          <a:bodyPr/>
          <a:lstStyle/>
          <a:p>
            <a:r>
              <a:rPr lang="en-US" b="1"/>
              <a:t>Blockers &amp; Challenges</a:t>
            </a:r>
            <a:br>
              <a:rPr lang="en-US" b="1"/>
            </a:br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5DCCC5E-89F2-9977-4421-95077181F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528989"/>
            <a:ext cx="10175748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Raw Excel sheets were not in a clean table format because multiple tables appeared in the same worksheet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Extra title rows and empty rows had to be removed before the data could be used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Some columns did not match between the National and State/Territory datasets, which made merging more difficult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The datasets used different time levels: the National file used monthly data, while the State/Territory file used 6-monthly periods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National monthly data had to be converted into 6-monthly categories before comparison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Suppressed values such as </a:t>
            </a:r>
            <a:r>
              <a:rPr kumimoji="0" lang="en-US" altLang="en-US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n.p.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were challenging because they are not real zero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n.p.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values had to be treated as missing values to avoid inaccurate calculations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Some numeric columns were read as text because of missing or suppressed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Column names and data types had to be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standardised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before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Deciding whether to use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Joiner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Concatenate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was challenging because the datasets were structured differently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We used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Concatenate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because the cleaned tables needed to be stacked into one consistent dataset, not joined side by side </a:t>
            </a:r>
          </a:p>
        </p:txBody>
      </p:sp>
    </p:spTree>
    <p:extLst>
      <p:ext uri="{BB962C8B-B14F-4D97-AF65-F5344CB8AC3E}">
        <p14:creationId xmlns:p14="http://schemas.microsoft.com/office/powerpoint/2010/main" val="3524378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3B5CF-60A4-D644-0AB9-0ED9630BE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06000" cy="1382156"/>
          </a:xfrm>
        </p:spPr>
        <p:txBody>
          <a:bodyPr/>
          <a:lstStyle/>
          <a:p>
            <a:r>
              <a:rPr lang="en-US" b="1"/>
              <a:t>Next Steps</a:t>
            </a:r>
            <a:br>
              <a:rPr lang="en-US" b="1"/>
            </a:b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6F48A0-ECA4-1CC1-10DD-DE5ED60CA5EC}"/>
              </a:ext>
            </a:extLst>
          </p:cNvPr>
          <p:cNvSpPr txBox="1"/>
          <p:nvPr/>
        </p:nvSpPr>
        <p:spPr>
          <a:xfrm>
            <a:off x="828185" y="923979"/>
            <a:ext cx="1006928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cs typeface="Arial" panose="020B0604020202020204" pitchFamily="34" charset="0"/>
              </a:rPr>
              <a:t>By next week (Stand Up 2):</a:t>
            </a:r>
            <a:endParaRPr lang="en-US" sz="240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cs typeface="Arial" panose="020B0604020202020204" pitchFamily="34" charset="0"/>
              </a:rPr>
              <a:t>Complete KNIME cleaning → export cleaned CSV files for D3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cs typeface="Arial" panose="020B0604020202020204" pitchFamily="34" charset="0"/>
              </a:rPr>
              <a:t>Create wireframe + storyboard (Figma or hand‑drawn)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cs typeface="Arial" panose="020B0604020202020204" pitchFamily="34" charset="0"/>
              </a:rPr>
              <a:t>Start D3 coding: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cs typeface="Arial" panose="020B0604020202020204" pitchFamily="34" charset="0"/>
              </a:rPr>
              <a:t>Multi‑line chart for national trend + road user comparison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cs typeface="Arial" panose="020B0604020202020204" pitchFamily="34" charset="0"/>
              </a:rPr>
              <a:t>Bar chart for state comparison</a:t>
            </a:r>
          </a:p>
          <a:p>
            <a:r>
              <a:rPr lang="en-US" sz="2400" b="1">
                <a:cs typeface="Arial" panose="020B0604020202020204" pitchFamily="34" charset="0"/>
              </a:rPr>
              <a:t>By final submission (Week 13):</a:t>
            </a:r>
            <a:endParaRPr lang="en-US" sz="240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cs typeface="Arial" panose="020B0604020202020204" pitchFamily="34" charset="0"/>
              </a:rPr>
              <a:t>Add population </a:t>
            </a:r>
            <a:r>
              <a:rPr lang="en-US" sz="2400" err="1">
                <a:cs typeface="Arial" panose="020B0604020202020204" pitchFamily="34" charset="0"/>
              </a:rPr>
              <a:t>normalisation</a:t>
            </a:r>
            <a:r>
              <a:rPr lang="en-US" sz="2400">
                <a:cs typeface="Arial" panose="020B0604020202020204" pitchFamily="34" charset="0"/>
              </a:rPr>
              <a:t> (rates per 100,000)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cs typeface="Arial" panose="020B0604020202020204" pitchFamily="34" charset="0"/>
              </a:rPr>
              <a:t>Usability testing with 2‑3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cs typeface="Arial" panose="020B0604020202020204" pitchFamily="34" charset="0"/>
              </a:rPr>
              <a:t>Finish Design Book (all sections)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cs typeface="Arial" panose="020B0604020202020204" pitchFamily="34" charset="0"/>
              </a:rPr>
              <a:t>Deploy to Swinburne Mercury server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03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1F74-FDA3-9C4B-B720-B462E9CE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Thanks for your Listening </a:t>
            </a:r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97B18EDB-ADB5-5E3A-1C87-8E84434993BF}"/>
              </a:ext>
            </a:extLst>
          </p:cNvPr>
          <p:cNvSpPr/>
          <p:nvPr/>
        </p:nvSpPr>
        <p:spPr>
          <a:xfrm>
            <a:off x="4754445" y="3429000"/>
            <a:ext cx="1164771" cy="957943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33233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Univers Condensed Light</vt:lpstr>
      <vt:lpstr>Walbaum Display Light</vt:lpstr>
      <vt:lpstr>AngleLinesVTI</vt:lpstr>
      <vt:lpstr>Project Stands up 1</vt:lpstr>
      <vt:lpstr>Updates – Work Completed</vt:lpstr>
      <vt:lpstr>Design Book Draft</vt:lpstr>
      <vt:lpstr>Blockers &amp; Challenges </vt:lpstr>
      <vt:lpstr>Next Steps </vt:lpstr>
      <vt:lpstr>Thanks for your Listening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VIET NGUYEN</dc:creator>
  <cp:lastModifiedBy>VIET NGUYEN</cp:lastModifiedBy>
  <cp:revision>1</cp:revision>
  <dcterms:created xsi:type="dcterms:W3CDTF">2026-05-17T07:00:02Z</dcterms:created>
  <dcterms:modified xsi:type="dcterms:W3CDTF">2026-05-25T11:20:46Z</dcterms:modified>
</cp:coreProperties>
</file>